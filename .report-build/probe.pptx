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0f6f5839e4783" /><Relationship Type="http://schemas.openxmlformats.org/officeDocument/2006/relationships/extended-properties" Target="/docProps/app.xml" Id="R22d7cd795d4d49a2" /><Relationship Type="http://schemas.openxmlformats.org/officeDocument/2006/relationships/officeDocument" Target="/ppt/presentation.xml" Id="R4aa9a3d809b149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5be0b00554b6b"/>
  </p:sldMasterIdLst>
  <p:notesMasterIdLst>
    <p:notesMasterId xmlns:r="http://schemas.openxmlformats.org/officeDocument/2006/relationships" r:id="Raceeb1f062034262"/>
  </p:notesMasterIdLst>
  <p:sldIdLst>
    <p:sldId xmlns:r="http://schemas.openxmlformats.org/officeDocument/2006/relationships" id="256" r:id="Rd61473a18e7f48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37a41db61c4d77" /><Relationship Type="http://schemas.openxmlformats.org/officeDocument/2006/relationships/slideMaster" Target="/ppt/slideMasters/slideMaster1.xml" Id="Ra075be0b00554b6b" /><Relationship Type="http://schemas.openxmlformats.org/officeDocument/2006/relationships/notesMaster" Target="/ppt/notesMasters/notesMaster1.xml" Id="Raceeb1f062034262" /><Relationship Type="http://schemas.openxmlformats.org/officeDocument/2006/relationships/presProps" Target="/ppt/presProps.xml" Id="R873c1ad0a8ba420c" /><Relationship Type="http://schemas.openxmlformats.org/officeDocument/2006/relationships/tableStyles" Target="/ppt/tableStyles.xml" Id="R08c07be4546944fe" /><Relationship Type="http://schemas.openxmlformats.org/officeDocument/2006/relationships/slide" Target="/ppt/slides/slide1.xml" Id="Rd61473a18e7f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fa048e7612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5fdbeef9a2458a" /><Relationship Type="http://schemas.openxmlformats.org/officeDocument/2006/relationships/notesMaster" Target="/ppt/notesMasters/notesMaster1.xml" Id="R1b67b8736db044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748f2096b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47ab0df544551" /><Relationship Type="http://schemas.openxmlformats.org/officeDocument/2006/relationships/slideLayout" Target="/ppt/slideLayouts/slideLayout1.xml" Id="R5721ece73ca0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1ece73ca0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9d31cacf2455b" /><Relationship Type="http://schemas.openxmlformats.org/officeDocument/2006/relationships/notesSlide" Target="/ppt/notesSlides/notesSlide1.xml" Id="R080f072c592c48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B3D5A-2CDE-493E-8EF3-DF6A8A50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>
                <a:solidFill>
                  <a:srgbClr val="243E38"/>
                </a:solidFill>
                <a:latin typeface="Microsoft YaHei"/>
                <a:ea typeface="Microsoft YaHei"/>
                <a:cs typeface="Microsoft YaHei"/>
              </a:rPr>
              <a:t>学术成果分享平台：需求调研与建模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762000" y="1905000"/>
          <a:ext xmlns:a="http://schemas.openxmlformats.org/drawingml/2006/main" cx="95250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</a:tblGrid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14300" marR="114300" marT="114300" marB="11430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门户认领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可信身份和成果归属</a:t>
                      </a:r>
                    </a:p>
                  </a:txBody>
                  <a:tcPr marL="114300" marR="114300" marT="114300" marB="1143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691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2026-10-07T06:24:36.5960000Z</dcterms:created>
  <dcterms:modified xsi:type="dcterms:W3CDTF">2026-10-07T06:24:36.5970000Z</dcterms:modified>
</coreProperties>
</file>